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20DA40D-FB8B-AD4F-B87E-E1E37E63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825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C8C35C-C1D4-CEBA-D0D0-F52922C4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778" y="-459539"/>
            <a:ext cx="5530128" cy="230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9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2D57ADF3-FBDC-6CA5-CA7F-5E4825DE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 b="0" i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46051"/>
            <a:ext cx="10980929" cy="498011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D3F2FFBA-AF4C-8E44-3861-9BEDF6CE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6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43587"/>
            <a:ext cx="5384800" cy="48825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3587"/>
            <a:ext cx="5384800" cy="48825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894EEA54-D3B8-754E-A540-71A15442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7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54697"/>
            <a:ext cx="5386917" cy="639762"/>
          </a:xfrm>
        </p:spPr>
        <p:txBody>
          <a:bodyPr anchor="b"/>
          <a:lstStyle>
            <a:lvl1pPr marL="0" indent="0">
              <a:buNone/>
              <a:defRPr sz="2400" b="0" i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99491"/>
            <a:ext cx="5386917" cy="4126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54697"/>
            <a:ext cx="5389033" cy="639762"/>
          </a:xfrm>
        </p:spPr>
        <p:txBody>
          <a:bodyPr anchor="b"/>
          <a:lstStyle>
            <a:lvl1pPr marL="0" indent="0">
              <a:buNone/>
              <a:defRPr sz="2400" b="0" i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99491"/>
            <a:ext cx="5389033" cy="4126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F5F9F208-C5EF-4212-2F5B-0B26AFC8C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1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1B729993-E855-DD82-8AC7-1A36BA10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7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D6C84F01-1705-DDCE-1195-699B20521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560" y="-172720"/>
            <a:ext cx="1117600" cy="11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1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6E8063F-FF54-2C42-9074-249F093F0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9075"/>
            <a:ext cx="1026001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3826ABE-7AC2-964C-B23C-50BFE3D15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43000"/>
            <a:ext cx="109728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4C5577-999F-D443-8D74-F17A42D908A0}"/>
              </a:ext>
            </a:extLst>
          </p:cNvPr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28575">
            <a:solidFill>
              <a:srgbClr val="8E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0" name="TextBox 3">
            <a:extLst>
              <a:ext uri="{FF2B5EF4-FFF2-40B4-BE49-F238E27FC236}">
                <a16:creationId xmlns:a16="http://schemas.microsoft.com/office/drawing/2014/main" id="{0F26B872-A2F4-2141-A68E-D9BF6CF49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284913"/>
            <a:ext cx="6007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i="1">
                <a:solidFill>
                  <a:srgbClr val="8E0000"/>
                </a:solidFill>
                <a:latin typeface="Adobe Caslon Pro" panose="0205050205050A020403" pitchFamily="18" charset="77"/>
              </a:rPr>
              <a:t>Information Sciences Institute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2C65F-F945-A545-8DC5-2B45F3615D5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5" b="13334"/>
          <a:stretch/>
        </p:blipFill>
        <p:spPr>
          <a:xfrm>
            <a:off x="10005655" y="6262839"/>
            <a:ext cx="196596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8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9" r:id="rId6"/>
    <p:sldLayoutId id="2147483780" r:id="rId7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SirrahChan/status/1881488738473357753/photo/1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QdEuh2UVbu0&amp;list=WL&amp;index=1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EBC211-98AC-9128-5DAC-CB2563B09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61" y="432551"/>
            <a:ext cx="7772400" cy="552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44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BAEF0E-4371-9D45-DB40-231D5E33A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95" y="-150779"/>
            <a:ext cx="6764288" cy="700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605DCA-9C46-9C12-274A-C05FFAA58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" y="750419"/>
            <a:ext cx="11692556" cy="4009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458281-C8C7-03B8-1BE5-C906AE0969F1}"/>
              </a:ext>
            </a:extLst>
          </p:cNvPr>
          <p:cNvSpPr txBox="1"/>
          <p:nvPr/>
        </p:nvSpPr>
        <p:spPr>
          <a:xfrm>
            <a:off x="2138082" y="5002307"/>
            <a:ext cx="7023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basically perplexity except CBT = children’s book test, </a:t>
            </a:r>
            <a:br>
              <a:rPr lang="en-US"/>
            </a:br>
            <a:r>
              <a:rPr lang="en-US"/>
              <a:t>where task is to name the missing word (common noun or named entity)</a:t>
            </a:r>
          </a:p>
        </p:txBody>
      </p:sp>
    </p:spTree>
    <p:extLst>
      <p:ext uri="{BB962C8B-B14F-4D97-AF65-F5344CB8AC3E}">
        <p14:creationId xmlns:p14="http://schemas.microsoft.com/office/powerpoint/2010/main" val="99123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5E55E4-2AFA-29F3-BD01-DF9C6343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960"/>
            <a:ext cx="6266650" cy="5335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723146-BCB6-42BB-6B4D-33AAD2A4B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50" y="379876"/>
            <a:ext cx="5868026" cy="51872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A370E6-2B7B-10CB-23CC-881CB998DD83}"/>
              </a:ext>
            </a:extLst>
          </p:cNvPr>
          <p:cNvSpPr txBox="1"/>
          <p:nvPr/>
        </p:nvSpPr>
        <p:spPr>
          <a:xfrm>
            <a:off x="1519518" y="5714997"/>
            <a:ext cx="587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 = shots, LM = GPT-J/GPT-Neo (open reproductions of gpt-3)</a:t>
            </a:r>
          </a:p>
        </p:txBody>
      </p:sp>
    </p:spTree>
    <p:extLst>
      <p:ext uri="{BB962C8B-B14F-4D97-AF65-F5344CB8AC3E}">
        <p14:creationId xmlns:p14="http://schemas.microsoft.com/office/powerpoint/2010/main" val="227762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22E231-7504-4D3A-7B4A-AF9924561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9358"/>
            <a:ext cx="5620871" cy="4308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856727-B1F1-C921-7BB7-34C48E44C155}"/>
              </a:ext>
            </a:extLst>
          </p:cNvPr>
          <p:cNvSpPr txBox="1"/>
          <p:nvPr/>
        </p:nvSpPr>
        <p:spPr>
          <a:xfrm>
            <a:off x="201706" y="392654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T0 3b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03E27-8CFE-EA95-4286-E529C385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390" y="426866"/>
            <a:ext cx="5446058" cy="398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D94D88-8FAA-42A2-51C1-F74122552C9C}"/>
              </a:ext>
            </a:extLst>
          </p:cNvPr>
          <p:cNvSpPr txBox="1"/>
          <p:nvPr/>
        </p:nvSpPr>
        <p:spPr>
          <a:xfrm>
            <a:off x="6548718" y="5096435"/>
            <a:ext cx="3936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extreme: “&lt;x&gt; Is this a sports news? &lt;y&gt;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89EFA-D7CC-8553-9A22-9707D5F95475}"/>
              </a:ext>
            </a:extLst>
          </p:cNvPr>
          <p:cNvSpPr txBox="1"/>
          <p:nvPr/>
        </p:nvSpPr>
        <p:spPr>
          <a:xfrm>
            <a:off x="6548718" y="4727103"/>
            <a:ext cx="4756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moderate: “&lt;x&gt; Can that be paraphrased as &lt;y&gt;?</a:t>
            </a:r>
          </a:p>
        </p:txBody>
      </p:sp>
    </p:spTree>
    <p:extLst>
      <p:ext uri="{BB962C8B-B14F-4D97-AF65-F5344CB8AC3E}">
        <p14:creationId xmlns:p14="http://schemas.microsoft.com/office/powerpoint/2010/main" val="115188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96022E-6EC5-FC69-F5C1-5EDC3FE0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36" y="581210"/>
            <a:ext cx="6538258" cy="5147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BE9945-5787-4FB8-1AB0-DC5512134BE7}"/>
              </a:ext>
            </a:extLst>
          </p:cNvPr>
          <p:cNvSpPr txBox="1"/>
          <p:nvPr/>
        </p:nvSpPr>
        <p:spPr>
          <a:xfrm>
            <a:off x="7485009" y="3702945"/>
            <a:ext cx="3903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Tasks: 26 datasets, including sentiment analysis, paraphrase detection, natural language inference, hate speech detection, question answering, and sentence completion</a:t>
            </a:r>
          </a:p>
        </p:txBody>
      </p:sp>
    </p:spTree>
    <p:extLst>
      <p:ext uri="{BB962C8B-B14F-4D97-AF65-F5344CB8AC3E}">
        <p14:creationId xmlns:p14="http://schemas.microsoft.com/office/powerpoint/2010/main" val="266413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6D679E-72F6-6DC1-AB6C-7C4A75F2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04" y="282005"/>
            <a:ext cx="9381549" cy="46196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D2742-5542-AE6B-A69E-5841EA6BBF63}"/>
              </a:ext>
            </a:extLst>
          </p:cNvPr>
          <p:cNvSpPr txBox="1"/>
          <p:nvPr/>
        </p:nvSpPr>
        <p:spPr>
          <a:xfrm>
            <a:off x="633735" y="5007935"/>
            <a:ext cx="109245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Goal here is to predict the </a:t>
            </a:r>
            <a:r>
              <a:rPr lang="en-US" b="1"/>
              <a:t>wrong</a:t>
            </a:r>
            <a:r>
              <a:rPr lang="en-US"/>
              <a:t> relationship, i.e. “flipped” is “correct”. Note that this is a struggle to learn but the</a:t>
            </a:r>
            <a:br>
              <a:rPr lang="en-US"/>
            </a:br>
            <a:r>
              <a:rPr lang="en-US"/>
              <a:t>”wrong” relationship is easy to learn as it’s likely part of pretraining. If the semantics are removed (pos/neg-&gt;a/b) </a:t>
            </a:r>
            <a:br>
              <a:rPr lang="en-US"/>
            </a:br>
            <a:r>
              <a:rPr lang="en-US"/>
              <a:t>no difference seen</a:t>
            </a:r>
          </a:p>
        </p:txBody>
      </p:sp>
    </p:spTree>
    <p:extLst>
      <p:ext uri="{BB962C8B-B14F-4D97-AF65-F5344CB8AC3E}">
        <p14:creationId xmlns:p14="http://schemas.microsoft.com/office/powerpoint/2010/main" val="51576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E4AE54-8C6C-6375-C4F3-EBD7E20F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1" y="1044460"/>
            <a:ext cx="9982822" cy="361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0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C9118-4733-2FAD-F796-7EF79F10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55" y="446568"/>
            <a:ext cx="8316035" cy="49800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685CBD-005A-936E-5809-C3C7A6F141BC}"/>
              </a:ext>
            </a:extLst>
          </p:cNvPr>
          <p:cNvSpPr txBox="1"/>
          <p:nvPr/>
        </p:nvSpPr>
        <p:spPr>
          <a:xfrm>
            <a:off x="4040371" y="5762847"/>
            <a:ext cx="3313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Notice also difference in phrasing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34AF2-A88E-C853-2C0F-E5D29CC55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0" y="1711842"/>
            <a:ext cx="3189961" cy="25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5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6DDED1-B132-29E8-E3E9-1FCA3654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52" y="330121"/>
            <a:ext cx="8760739" cy="5188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52068-BE21-E2DF-AF51-42E37956D85C}"/>
              </a:ext>
            </a:extLst>
          </p:cNvPr>
          <p:cNvSpPr txBox="1"/>
          <p:nvPr/>
        </p:nvSpPr>
        <p:spPr>
          <a:xfrm>
            <a:off x="1371600" y="5879805"/>
            <a:ext cx="188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GPT3 = 1 prompt. </a:t>
            </a:r>
          </a:p>
        </p:txBody>
      </p:sp>
    </p:spTree>
    <p:extLst>
      <p:ext uri="{BB962C8B-B14F-4D97-AF65-F5344CB8AC3E}">
        <p14:creationId xmlns:p14="http://schemas.microsoft.com/office/powerpoint/2010/main" val="266640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1DC9276-3842-12C1-13F1-9DB710B51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173" y="2015"/>
            <a:ext cx="5717892" cy="607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9FAB1-4C55-8E8B-FBD0-43EB8258BD18}"/>
              </a:ext>
            </a:extLst>
          </p:cNvPr>
          <p:cNvSpPr txBox="1"/>
          <p:nvPr/>
        </p:nvSpPr>
        <p:spPr>
          <a:xfrm>
            <a:off x="-1424763" y="6858000"/>
            <a:ext cx="5529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https://x.com/SirrahChan/status/1881488738473357753/photo/1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https://www.youtube.com/watch?v=QdEuh2UVbu0&amp;list=WL&amp;index=10</a:t>
            </a:r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C54C18-AD99-061F-76F9-0403D7FC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9075"/>
            <a:ext cx="4557823" cy="639763"/>
          </a:xfrm>
        </p:spPr>
        <p:txBody>
          <a:bodyPr/>
          <a:lstStyle/>
          <a:p>
            <a:r>
              <a:rPr lang="en-US"/>
              <a:t>DeepSeek</a:t>
            </a:r>
          </a:p>
        </p:txBody>
      </p:sp>
    </p:spTree>
    <p:extLst>
      <p:ext uri="{BB962C8B-B14F-4D97-AF65-F5344CB8AC3E}">
        <p14:creationId xmlns:p14="http://schemas.microsoft.com/office/powerpoint/2010/main" val="169505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8A78E0-9DED-EC9B-44BC-E77499046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21" y="0"/>
            <a:ext cx="6985000" cy="6134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CED2F9-285E-7E9A-0C04-E9B57BF9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508" y="1389764"/>
            <a:ext cx="4904492" cy="40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C99377-5DDB-69DC-7E2E-29D798CE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0"/>
            <a:ext cx="7772400" cy="65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04014"/>
      </p:ext>
    </p:extLst>
  </p:cSld>
  <p:clrMapOvr>
    <a:masterClrMapping/>
  </p:clrMapOvr>
</p:sld>
</file>

<file path=ppt/theme/theme1.xml><?xml version="1.0" encoding="utf-8"?>
<a:theme xmlns:a="http://schemas.openxmlformats.org/drawingml/2006/main" name="cutelabname">
  <a:themeElements>
    <a:clrScheme name="cutelabna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991A1D"/>
      </a:accent1>
      <a:accent2>
        <a:srgbClr val="FFCC00"/>
      </a:accent2>
      <a:accent3>
        <a:srgbClr val="09B9B5"/>
      </a:accent3>
      <a:accent4>
        <a:srgbClr val="002FA7"/>
      </a:accent4>
      <a:accent5>
        <a:srgbClr val="E10074"/>
      </a:accent5>
      <a:accent6>
        <a:srgbClr val="351C1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elabname" id="{DF1742FD-6821-254F-9E7E-B53CF465989A}" vid="{9808CF99-034D-CD41-B077-537B577DD3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cutelabname</Template>
  <TotalTime>42</TotalTime>
  <Words>207</Words>
  <Application>Microsoft Macintosh PowerPoint</Application>
  <PresentationFormat>Widescreen</PresentationFormat>
  <Paragraphs>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Adobe Caslon Pro</vt:lpstr>
      <vt:lpstr>Arial</vt:lpstr>
      <vt:lpstr>Calibri</vt:lpstr>
      <vt:lpstr>cutelabname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DeepSeek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May</dc:creator>
  <cp:lastModifiedBy>Jonathan May</cp:lastModifiedBy>
  <cp:revision>4</cp:revision>
  <dcterms:created xsi:type="dcterms:W3CDTF">2025-09-29T15:23:39Z</dcterms:created>
  <dcterms:modified xsi:type="dcterms:W3CDTF">2025-09-29T16:05:45Z</dcterms:modified>
</cp:coreProperties>
</file>