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8" r:id="rId2"/>
    <p:sldId id="259" r:id="rId3"/>
    <p:sldId id="260" r:id="rId4"/>
    <p:sldId id="261" r:id="rId5"/>
    <p:sldId id="265" r:id="rId6"/>
    <p:sldId id="262" r:id="rId7"/>
    <p:sldId id="263" r:id="rId8"/>
    <p:sldId id="264" r:id="rId9"/>
    <p:sldId id="257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81"/>
    <p:restoredTop sz="94658"/>
  </p:normalViewPr>
  <p:slideViewPr>
    <p:cSldViewPr snapToGrid="0" showGuides="1">
      <p:cViewPr varScale="1">
        <p:scale>
          <a:sx n="113" d="100"/>
          <a:sy n="113" d="100"/>
        </p:scale>
        <p:origin x="216" y="2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10/27/25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10/27/25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10/27/25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10/27/25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C0D6657-7FC3-E51C-5960-25F07A52AA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00" y="1800857"/>
            <a:ext cx="5956300" cy="49022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E84FA4E-99F7-EA1C-AE6C-26C13CE71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32952" cy="1325563"/>
          </a:xfrm>
        </p:spPr>
        <p:txBody>
          <a:bodyPr>
            <a:normAutofit fontScale="90000"/>
          </a:bodyPr>
          <a:lstStyle/>
          <a:p>
            <a:r>
              <a:rPr lang="en-US"/>
              <a:t>SQUAD 2.0 (Robin Jia co-first author!)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119BD66-256A-6F52-5E48-5A142A8B29B7}"/>
              </a:ext>
            </a:extLst>
          </p:cNvPr>
          <p:cNvSpPr txBox="1">
            <a:spLocks/>
          </p:cNvSpPr>
          <p:nvPr/>
        </p:nvSpPr>
        <p:spPr>
          <a:xfrm>
            <a:off x="6555036" y="365125"/>
            <a:ext cx="479876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HotPotQA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CAAF3D-3DF7-7804-D7BA-07A9E04FA0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6584" y="1210014"/>
            <a:ext cx="4217560" cy="5212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537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94F6270-6723-73D4-95E4-50781B9E6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213295" cy="1325563"/>
          </a:xfrm>
        </p:spPr>
        <p:txBody>
          <a:bodyPr/>
          <a:lstStyle/>
          <a:p>
            <a:r>
              <a:rPr lang="en-US"/>
              <a:t>TriviaQA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23D1D-3D10-1E36-C633-64B451861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561" y="1198318"/>
            <a:ext cx="4002329" cy="5659681"/>
          </a:xfrm>
          <a:prstGeom prst="rect">
            <a:avLst/>
          </a:prstGeom>
        </p:spPr>
      </p:pic>
      <p:sp>
        <p:nvSpPr>
          <p:cNvPr id="7" name="Title 4">
            <a:extLst>
              <a:ext uri="{FF2B5EF4-FFF2-40B4-BE49-F238E27FC236}">
                <a16:creationId xmlns:a16="http://schemas.microsoft.com/office/drawing/2014/main" id="{516F3346-63BC-677E-BFD4-8A0E8F900760}"/>
              </a:ext>
            </a:extLst>
          </p:cNvPr>
          <p:cNvSpPr txBox="1">
            <a:spLocks/>
          </p:cNvSpPr>
          <p:nvPr/>
        </p:nvSpPr>
        <p:spPr>
          <a:xfrm>
            <a:off x="6387006" y="134301"/>
            <a:ext cx="458579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Natural Questions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9CF865-B468-80D4-D977-4EAE7DD151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9412" y="1460499"/>
            <a:ext cx="5263388" cy="5067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341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EB437-DBBB-97E9-E898-1643E16B1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TyDi QA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070975-5074-FF59-78D6-934D9506B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14591"/>
            <a:ext cx="7772400" cy="27908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BCBAD4-B68A-3621-B7DE-DD43A60F9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205452"/>
            <a:ext cx="10410376" cy="22874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370E7AC-A6E3-4A59-5398-CDA32FD81A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3756" y="646326"/>
            <a:ext cx="3678244" cy="3362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336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F5517-DD7D-8414-37B9-C0FB9957E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014" y="112542"/>
            <a:ext cx="1426698" cy="1325563"/>
          </a:xfrm>
        </p:spPr>
        <p:txBody>
          <a:bodyPr/>
          <a:lstStyle/>
          <a:p>
            <a:r>
              <a:rPr lang="en-US"/>
              <a:t>PIQA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036041-7486-2E4A-9A10-73F2DAD32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25" y="2068546"/>
            <a:ext cx="4775983" cy="340866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F26BCE6-A445-C077-24A1-DBD4FD24F5ED}"/>
              </a:ext>
            </a:extLst>
          </p:cNvPr>
          <p:cNvSpPr txBox="1">
            <a:spLocks/>
          </p:cNvSpPr>
          <p:nvPr/>
        </p:nvSpPr>
        <p:spPr>
          <a:xfrm>
            <a:off x="6561407" y="0"/>
            <a:ext cx="142669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SIQA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B7AA03-B1B4-1622-4502-708D0B1D3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5384" y="943171"/>
            <a:ext cx="4588416" cy="554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716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DD43F-F4D3-48EB-94EA-15D5F5A97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257800" cy="1325563"/>
          </a:xfrm>
        </p:spPr>
        <p:txBody>
          <a:bodyPr/>
          <a:lstStyle/>
          <a:p>
            <a:r>
              <a:rPr lang="en-US"/>
              <a:t>Commonsense QA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A0E08D-B6B3-91A3-D636-5E52B46E2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546" y="1567992"/>
            <a:ext cx="5006042" cy="44855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562E501-5D9B-9880-0104-AD89D87DB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4242" y="1478159"/>
            <a:ext cx="5753100" cy="47879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42D49BB-AE89-5F88-8AA1-F3BADE850BA8}"/>
              </a:ext>
            </a:extLst>
          </p:cNvPr>
          <p:cNvSpPr txBox="1">
            <a:spLocks/>
          </p:cNvSpPr>
          <p:nvPr/>
        </p:nvSpPr>
        <p:spPr>
          <a:xfrm>
            <a:off x="6217771" y="280084"/>
            <a:ext cx="52578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SWAG/HellaSWAG</a:t>
            </a:r>
          </a:p>
        </p:txBody>
      </p:sp>
    </p:spTree>
    <p:extLst>
      <p:ext uri="{BB962C8B-B14F-4D97-AF65-F5344CB8AC3E}">
        <p14:creationId xmlns:p14="http://schemas.microsoft.com/office/powerpoint/2010/main" val="1192587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513DE-4938-5185-30E8-1FA998CDF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ExpertQA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2712AE-3247-EE52-795B-BCD7640B2A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984" y="1322216"/>
            <a:ext cx="5321300" cy="5283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EE2FA82-1318-9C2B-E0E3-6A6D4E69CE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283" y="1322216"/>
            <a:ext cx="5582090" cy="41387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E50B9666-65D2-FF3E-F97E-CC4DD3BD10B4}"/>
              </a:ext>
            </a:extLst>
          </p:cNvPr>
          <p:cNvSpPr txBox="1">
            <a:spLocks/>
          </p:cNvSpPr>
          <p:nvPr/>
        </p:nvSpPr>
        <p:spPr>
          <a:xfrm>
            <a:off x="6096000" y="18088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Humanity’s Last Exam</a:t>
            </a:r>
          </a:p>
        </p:txBody>
      </p:sp>
    </p:spTree>
    <p:extLst>
      <p:ext uri="{BB962C8B-B14F-4D97-AF65-F5344CB8AC3E}">
        <p14:creationId xmlns:p14="http://schemas.microsoft.com/office/powerpoint/2010/main" val="796514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9BCA8-F806-10C7-D61E-2D3B43CFD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GSM8K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91DE1C-DFE1-32D7-0086-128DF1E09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79" y="1856395"/>
            <a:ext cx="10813721" cy="3770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865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16CFC-00DD-6F7A-152D-79AC03003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GPQA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970F07-B320-0740-5A4B-B56349562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692" y="1371605"/>
            <a:ext cx="9874347" cy="24752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ED9A61F-EBF6-C7CC-DAF4-4BE77D9B6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692" y="4082892"/>
            <a:ext cx="9607062" cy="25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768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A0564A1-5CC6-300D-C9F1-30B6E5456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926" y="1040515"/>
            <a:ext cx="11675473" cy="3612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29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A7922-093C-D75D-0C59-F80C30B14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OpenEvidence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D41426-BAA0-22B3-A439-B38B4FB461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6403" y="1321694"/>
            <a:ext cx="8078284" cy="388335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5EACF26-569C-9EA7-7885-CD0B09928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497" y="4253819"/>
            <a:ext cx="5796503" cy="2239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3813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10A29-E8AB-08B1-81E6-ED4AB5497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Abridge (screen shot)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D703A0-8A0A-7B57-7616-DA883864B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4028" y="1452050"/>
            <a:ext cx="9016218" cy="540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502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DDC65-7AB9-0EF6-EAA7-8C64AEF87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Glean (screenshots)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AA30C5-D871-7F83-082E-5BECD6B5A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16" y="1519310"/>
            <a:ext cx="5250039" cy="533868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ED16589-8E89-66F7-92B5-69B96DA7B8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745" y="1324228"/>
            <a:ext cx="6504372" cy="5469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394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71266-3915-97AC-7F64-60DBD28DE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Legora (screenshots)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97C035-AEDF-BF70-B235-2D1A560D8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57" y="1450345"/>
            <a:ext cx="6957646" cy="4737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777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266</TotalTime>
  <Words>41</Words>
  <Application>Microsoft Macintosh PowerPoint</Application>
  <PresentationFormat>Widescreen</PresentationFormat>
  <Paragraphs>17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SQUAD 2.0 (Robin Jia co-first author!)</vt:lpstr>
      <vt:lpstr>TriviaQA</vt:lpstr>
      <vt:lpstr>TyDi QA</vt:lpstr>
      <vt:lpstr>PIQA</vt:lpstr>
      <vt:lpstr>Commonsense QA</vt:lpstr>
      <vt:lpstr>ExpertQA</vt:lpstr>
      <vt:lpstr>GSM8K</vt:lpstr>
      <vt:lpstr>GPQA</vt:lpstr>
      <vt:lpstr>PowerPoint Presentation</vt:lpstr>
      <vt:lpstr>OpenEvidence</vt:lpstr>
      <vt:lpstr>Abridge (screen shot)</vt:lpstr>
      <vt:lpstr>Glean (screenshots)</vt:lpstr>
      <vt:lpstr>Legora (screenshots)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May</dc:creator>
  <cp:lastModifiedBy>Jonathan May</cp:lastModifiedBy>
  <cp:revision>6</cp:revision>
  <dcterms:created xsi:type="dcterms:W3CDTF">2025-10-22T15:25:07Z</dcterms:created>
  <dcterms:modified xsi:type="dcterms:W3CDTF">2025-10-27T16:41:32Z</dcterms:modified>
</cp:coreProperties>
</file>