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howGuides="1">
      <p:cViewPr varScale="1">
        <p:scale>
          <a:sx n="95" d="100"/>
          <a:sy n="95" d="100"/>
        </p:scale>
        <p:origin x="200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BADAD4-8860-17DE-EB05-93A0D2411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40054"/>
            <a:ext cx="6244118" cy="2920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DD08E4-B885-1AD7-E114-500AEA6DF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787" y="3160059"/>
            <a:ext cx="6835589" cy="358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8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189B5E-DEB4-2E65-E79A-5E7D7E810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15" y="1270044"/>
            <a:ext cx="9168514" cy="431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7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F2952E-5E5D-EFBD-E13D-C6CD3D04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22" y="753035"/>
            <a:ext cx="10656936" cy="541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6DD0D1-069D-28AA-DB3D-AD1AA5D36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8" y="423383"/>
            <a:ext cx="7378700" cy="1460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9618E5-5F41-68E4-D0E6-0105BA6C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696" y="3089571"/>
            <a:ext cx="8328109" cy="264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4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4F428E-C0E7-FF79-21C4-6390B5ED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83" y="1063351"/>
            <a:ext cx="10422692" cy="440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9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F6CF0D-A187-8946-B56D-1F1DAEA81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365" y="0"/>
            <a:ext cx="6688693" cy="649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5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BE406E-BC6B-3C8C-AFB1-1B4CE392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070"/>
            <a:ext cx="12157636" cy="31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9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F552E6-C653-C01A-82AC-9E3A6831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35" y="0"/>
            <a:ext cx="9026545" cy="46518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91B647-1240-780A-4DC2-8DF947B0E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73" y="4848784"/>
            <a:ext cx="8147394" cy="183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06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D2A893-BF22-03B5-EEDB-566553587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2" y="295835"/>
            <a:ext cx="10755956" cy="621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83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May</dc:creator>
  <cp:lastModifiedBy>Jonathan May</cp:lastModifiedBy>
  <cp:revision>1</cp:revision>
  <dcterms:created xsi:type="dcterms:W3CDTF">2025-09-22T15:29:25Z</dcterms:created>
  <dcterms:modified xsi:type="dcterms:W3CDTF">2025-09-22T15:40:08Z</dcterms:modified>
</cp:coreProperties>
</file>