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5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58"/>
  </p:normalViewPr>
  <p:slideViewPr>
    <p:cSldViewPr snapToGrid="0" showGuide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9/22/25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5BADAD4-8860-17DE-EB05-93A0D2411F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40054"/>
            <a:ext cx="6244118" cy="29200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EDD08E4-B885-1AD7-E114-500AEA6D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787" y="3160059"/>
            <a:ext cx="6835589" cy="358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482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4189B5E-DEB4-2E65-E79A-5E7D7E810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015" y="1270044"/>
            <a:ext cx="9168514" cy="431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676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DF2952E-5E5D-EFBD-E13D-C6CD3D0464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22" y="753035"/>
            <a:ext cx="10656936" cy="5419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00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6DD0D1-069D-28AA-DB3D-AD1AA5D36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8" y="423383"/>
            <a:ext cx="7378700" cy="1460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09618E5-5F41-68E4-D0E6-0105BA6C5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4696" y="3089571"/>
            <a:ext cx="8328109" cy="2641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941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04F428E-C0E7-FF79-21C4-6390B5EDD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83" y="1063351"/>
            <a:ext cx="10422692" cy="440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698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F6CF0D-A187-8946-B56D-1F1DAEA81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365" y="0"/>
            <a:ext cx="6688693" cy="6491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52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8BE406E-BC6B-3C8C-AFB1-1B4CE392D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6070"/>
            <a:ext cx="12157636" cy="3186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590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0F552E6-C653-C01A-82AC-9E3A68313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635" y="0"/>
            <a:ext cx="9026545" cy="465181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91B647-1240-780A-4DC2-8DF947B0E6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473" y="4848784"/>
            <a:ext cx="8147394" cy="1834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306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4D2A893-BF22-03B5-EEDB-5665535879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82" y="295835"/>
            <a:ext cx="10755956" cy="6210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983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</TotalTime>
  <Words>0</Words>
  <Application>Microsoft Macintosh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May</dc:creator>
  <cp:lastModifiedBy>Jonathan May</cp:lastModifiedBy>
  <cp:revision>1</cp:revision>
  <dcterms:created xsi:type="dcterms:W3CDTF">2025-09-22T15:29:25Z</dcterms:created>
  <dcterms:modified xsi:type="dcterms:W3CDTF">2025-09-22T17:59:29Z</dcterms:modified>
</cp:coreProperties>
</file>