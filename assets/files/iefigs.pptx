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howGuides="1">
      <p:cViewPr varScale="1">
        <p:scale>
          <a:sx n="93" d="100"/>
          <a:sy n="93" d="100"/>
        </p:scale>
        <p:origin x="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20DA40D-FB8B-AD4F-B87E-E1E37E632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0" y="8255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C8C35C-C1D4-CEBA-D0D0-F52922C4B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778" y="-459539"/>
            <a:ext cx="5530128" cy="230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9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2D57ADF3-FBDC-6CA5-CA7F-5E4825DE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8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 b="0" i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46051"/>
            <a:ext cx="10980929" cy="498011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D3F2FFBA-AF4C-8E44-3861-9BEDF6CE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6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43587"/>
            <a:ext cx="5384800" cy="48825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3587"/>
            <a:ext cx="5384800" cy="48825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894EEA54-D3B8-754E-A540-71A15442B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7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54697"/>
            <a:ext cx="5386917" cy="639762"/>
          </a:xfrm>
        </p:spPr>
        <p:txBody>
          <a:bodyPr anchor="b"/>
          <a:lstStyle>
            <a:lvl1pPr marL="0" indent="0">
              <a:buNone/>
              <a:defRPr sz="2400" b="0" i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99491"/>
            <a:ext cx="5386917" cy="4126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54697"/>
            <a:ext cx="5389033" cy="639762"/>
          </a:xfrm>
        </p:spPr>
        <p:txBody>
          <a:bodyPr anchor="b"/>
          <a:lstStyle>
            <a:lvl1pPr marL="0" indent="0">
              <a:buNone/>
              <a:defRPr sz="2400" b="0" i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99491"/>
            <a:ext cx="5389033" cy="4126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F5F9F208-C5EF-4212-2F5B-0B26AFC8C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1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1B729993-E855-DD82-8AC7-1A36BA10F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7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D6C84F01-1705-DDCE-1195-699B20521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12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6E8063F-FF54-2C42-9074-249F093F0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9075"/>
            <a:ext cx="10260013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3826ABE-7AC2-964C-B23C-50BFE3D15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43000"/>
            <a:ext cx="109728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4C5577-999F-D443-8D74-F17A42D908A0}"/>
              </a:ext>
            </a:extLst>
          </p:cNvPr>
          <p:cNvCxnSpPr/>
          <p:nvPr/>
        </p:nvCxnSpPr>
        <p:spPr>
          <a:xfrm>
            <a:off x="0" y="6223000"/>
            <a:ext cx="12192000" cy="0"/>
          </a:xfrm>
          <a:prstGeom prst="line">
            <a:avLst/>
          </a:prstGeom>
          <a:ln w="28575">
            <a:solidFill>
              <a:srgbClr val="8E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0" name="TextBox 3">
            <a:extLst>
              <a:ext uri="{FF2B5EF4-FFF2-40B4-BE49-F238E27FC236}">
                <a16:creationId xmlns:a16="http://schemas.microsoft.com/office/drawing/2014/main" id="{0F26B872-A2F4-2141-A68E-D9BF6CF49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6284913"/>
            <a:ext cx="6007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i="1">
                <a:solidFill>
                  <a:srgbClr val="8E0000"/>
                </a:solidFill>
                <a:latin typeface="Adobe Caslon Pro" panose="0205050205050A020403" pitchFamily="18" charset="77"/>
              </a:rPr>
              <a:t>Information Sciences Institute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2C65F-F945-A545-8DC5-2B45F3615D5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5" b="13334"/>
          <a:stretch/>
        </p:blipFill>
        <p:spPr>
          <a:xfrm>
            <a:off x="10005655" y="6262839"/>
            <a:ext cx="196596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8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9" r:id="rId6"/>
    <p:sldLayoutId id="2147483780" r:id="rId7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90FD41-B840-F179-3C20-0F55BA553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6" y="294771"/>
            <a:ext cx="10367790" cy="568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7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075A1-996E-F7A3-9DF2-4BC650CD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747"/>
            <a:ext cx="12188739" cy="53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3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120000-FA1A-9E55-5476-C60383081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88" y="1066231"/>
            <a:ext cx="11755824" cy="290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7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4C5557-EC23-688B-4F66-B9101A0E7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7" y="512173"/>
            <a:ext cx="10005869" cy="530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54496"/>
      </p:ext>
    </p:extLst>
  </p:cSld>
  <p:clrMapOvr>
    <a:masterClrMapping/>
  </p:clrMapOvr>
</p:sld>
</file>

<file path=ppt/theme/theme1.xml><?xml version="1.0" encoding="utf-8"?>
<a:theme xmlns:a="http://schemas.openxmlformats.org/drawingml/2006/main" name="cutelabname">
  <a:themeElements>
    <a:clrScheme name="cutelabna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991A1D"/>
      </a:accent1>
      <a:accent2>
        <a:srgbClr val="FFCC00"/>
      </a:accent2>
      <a:accent3>
        <a:srgbClr val="09B9B5"/>
      </a:accent3>
      <a:accent4>
        <a:srgbClr val="002FA7"/>
      </a:accent4>
      <a:accent5>
        <a:srgbClr val="E10074"/>
      </a:accent5>
      <a:accent6>
        <a:srgbClr val="351C1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telabname" id="{DF1742FD-6821-254F-9E7E-B53CF465989A}" vid="{9808CF99-034D-CD41-B077-537B577DD3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cutelabname</Template>
  <TotalTime>2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Adobe Caslon Pro</vt:lpstr>
      <vt:lpstr>Arial</vt:lpstr>
      <vt:lpstr>Calibri</vt:lpstr>
      <vt:lpstr>cutelabname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May</dc:creator>
  <cp:lastModifiedBy>Jonathan May</cp:lastModifiedBy>
  <cp:revision>1</cp:revision>
  <dcterms:created xsi:type="dcterms:W3CDTF">2025-11-12T17:49:38Z</dcterms:created>
  <dcterms:modified xsi:type="dcterms:W3CDTF">2025-11-12T17:52:37Z</dcterms:modified>
</cp:coreProperties>
</file>